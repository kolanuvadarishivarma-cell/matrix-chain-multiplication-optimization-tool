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Matrix Chain Multiplication Optimization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sz="1400" b="0" i="0">
                <a:solidFill>
                  <a:srgbClr val="0070C0"/>
                </a:solidFill>
                <a:latin typeface="Calibri"/>
              </a:rPr>
              <a:t>K. Rishi Varma (2520030248)</a:t>
            </a:r>
          </a:p>
          <a:p>
            <a:r>
              <a:rPr sz="1400" b="0" i="0">
                <a:solidFill>
                  <a:srgbClr val="0070C0"/>
                </a:solidFill>
                <a:latin typeface="Calibri"/>
              </a:rPr>
              <a:t>K. Charith (2520030356)</a:t>
            </a:r>
          </a:p>
          <a:p>
            <a:r>
              <a:rPr sz="1400" b="0" i="0">
                <a:solidFill>
                  <a:srgbClr val="0070C0"/>
                </a:solidFill>
                <a:latin typeface="Calibri"/>
              </a:rPr>
              <a:t>K. Hitesh Reddy (2520030420)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Guide: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Mrs. J. Yamini Devi,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Assistant Professor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0000" y="1150000"/>
            <a:ext cx="8542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Determines the most efficient order for multiplying a chain of matrices, minimizing the total number of scalar multiplications.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Matrix multiplication is associative — different parenthesizations give the same result but can differ hugely in computational cost.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Uses Dynamic Programming to systematically evaluate parenthesization orders and identify the minimum-cost one.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Accepts matrix dimensions as input and outputs the optimal parenthesization along with the minimum scalar multiplication count.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Compares the DP-optimized approach against a naive multiplication strategy to demonstrate the efficiency gained.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Applicable to scientific computing, data processing, and large-scale numerical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0000" y="1150000"/>
            <a:ext cx="8542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Matrix Chain Multiplication (MCM) is a classic optimization problem in algorithm design.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The order in which matrices are multiplied does not change the final result, but it drastically changes the number of scalar multiplications performed.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Evaluating every possible parenthesization by brute force grows exponentially (Catalan number of orders), making it impractical for long chains.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Dynamic Programming solves this efficiently by breaking the problem into overlapping subproblems and reusing previously computed results.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Efficient matrix ordering matters in graphics pipelines, scientific simulations, and machine learning workflows involving repeated matrix products.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This project builds a tool that automates optimal-order computation for any given chain of matrices.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50000" y="1150000"/>
          <a:ext cx="8542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080"/>
                <a:gridCol w="1708400"/>
                <a:gridCol w="2562600"/>
                <a:gridCol w="2220920"/>
              </a:tblGrid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 Complexity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Idea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Brute-force recursion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Exponential (Catalan growth)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Try every possible parenthesization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Impractical beyond a few matrices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Naive recursion + memoization (Top-Down DP)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O(n³)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Recursion with cached subproblem results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Same complexity as bottom-up, extra call overhead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Dynamic Programming (Bottom-Up)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O(n³) time, O(n²) space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Iteratively build a cost table for all subchains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Standard, efficient; used in compilers and DB query optimizers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Hu &amp; Shing Algorithm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O(n log n)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Reduces MCM to a polygon-triangulation problem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More complex to implement and understand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50000" y="4550000"/>
            <a:ext cx="854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libri"/>
              </a:rPr>
              <a:t>This project implements the Bottom-Up Dynamic Programming approach for its balance of efficiency, clarity, and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0000" y="1150000"/>
            <a:ext cx="8542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Problem Statement</a:t>
            </a:r>
          </a:p>
          <a:p>
            <a:pPr marL="9144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Given the dimensions of a sequence of n matrices, determine the parenthesization order that minimizes the total number of scalar multiplications needed to compute their product.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Objectives</a:t>
            </a:r>
          </a:p>
          <a:p>
            <a:pPr marL="9144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Design a Dynamic Programming algorithm to solve the Matrix Chain Multiplication problem.</a:t>
            </a:r>
          </a:p>
          <a:p>
            <a:pPr marL="9144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Accept a variable-length matrix chain (dimension array) as input.</a:t>
            </a:r>
          </a:p>
          <a:p>
            <a:pPr marL="9144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Compute and display the minimum multiplication cost and optimal parenthesization.</a:t>
            </a:r>
          </a:p>
          <a:p>
            <a:pPr marL="9144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Compare the DP solution against the naive/brute-force approach to quantify efficiency gains.</a:t>
            </a:r>
          </a:p>
          <a:p>
            <a:pPr marL="9144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Present the computed DP cost table and solution clearly for analysis.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96000" y="1000000"/>
            <a:ext cx="6000000" cy="48000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 b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6000" y="1590000"/>
            <a:ext cx="6000000" cy="660000"/>
          </a:xfrm>
          <a:prstGeom prst="rect">
            <a:avLst/>
          </a:prstGeom>
          <a:solidFill>
            <a:srgbClr val="FCF2E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 bIns="400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Input matrix dimension array p[0..n]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6000" y="2360000"/>
            <a:ext cx="6000000" cy="660000"/>
          </a:xfrm>
          <a:prstGeom prst="rect">
            <a:avLst/>
          </a:prstGeom>
          <a:solidFill>
            <a:srgbClr val="FCF2E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 bIns="400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Initialize DP table: m[i][i] = 0 for all i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6000" y="3130000"/>
            <a:ext cx="6000000" cy="660000"/>
          </a:xfrm>
          <a:prstGeom prst="rect">
            <a:avLst/>
          </a:prstGeom>
          <a:solidFill>
            <a:srgbClr val="FCF2E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 bIns="400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For chain length L = 2 to n:</a:t>
            </a:r>
            <a:br/>
            <a:r>
              <a:rPr sz="1300" b="0">
                <a:solidFill>
                  <a:srgbClr val="000000"/>
                </a:solidFill>
                <a:latin typeface="Calibri"/>
              </a:rPr>
              <a:t>compute m[i][j] = min over k of</a:t>
            </a:r>
            <a:br/>
            <a:r>
              <a:rPr sz="1300" b="0">
                <a:solidFill>
                  <a:srgbClr val="000000"/>
                </a:solidFill>
                <a:latin typeface="Calibri"/>
              </a:rPr>
              <a:t>m[i][k] + m[k+1][j] + p[i-1]*p[k]*p[j]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6000" y="3900000"/>
            <a:ext cx="6000000" cy="660000"/>
          </a:xfrm>
          <a:prstGeom prst="rect">
            <a:avLst/>
          </a:prstGeom>
          <a:solidFill>
            <a:srgbClr val="FCF2E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 bIns="400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Record split point s[i][j] for each computed m[i][j]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6000" y="4670000"/>
            <a:ext cx="6000000" cy="660000"/>
          </a:xfrm>
          <a:prstGeom prst="rect">
            <a:avLst/>
          </a:prstGeom>
          <a:solidFill>
            <a:srgbClr val="FCF2E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 bIns="400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Output minimum cost m[1][n] and</a:t>
            </a:r>
            <a:br/>
            <a:r>
              <a:rPr sz="1300" b="0">
                <a:solidFill>
                  <a:srgbClr val="000000"/>
                </a:solidFill>
                <a:latin typeface="Calibri"/>
              </a:rPr>
              <a:t>optimal parenthesization using s[][]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6000" y="5440000"/>
            <a:ext cx="6000000" cy="48000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 b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1480000"/>
            <a:ext cx="0" cy="11000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2250000"/>
            <a:ext cx="0" cy="11000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6000" y="3020000"/>
            <a:ext cx="0" cy="11000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6000" y="3790000"/>
            <a:ext cx="0" cy="11000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6000" y="4560000"/>
            <a:ext cx="0" cy="11000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6000" y="5330000"/>
            <a:ext cx="0" cy="11000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50000" y="1150000"/>
            <a:ext cx="854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Sample input: three matrices A1 (10×30), A2 (30×5), A3 (5×60) — dimension array p = [10, 30, 5, 60]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50000" y="1950000"/>
          <a:ext cx="56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2600000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Parenthesization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Scalar Multiplications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(A1 A2) A3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4,500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A1 (A2 A3)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27,000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50000" y="3650000"/>
            <a:ext cx="8542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The Dynamic Programming approach identifies (A1 A2) A3 as optimal, costing 4,500 scalar multiplications — an 83% reduction versus the other order.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For larger matrix chains, the gap widens further; savings of over 90% compared to a poorly chosen order are common.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The DP algorithm computes this result in O(n³) time, compared to exponential time for checking every parenthesization by brute force.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50000" y="1150000"/>
          <a:ext cx="4121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820"/>
                <a:gridCol w="2390180"/>
              </a:tblGrid>
              <a:tr h="600000">
                <a:tc gridSpan="2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Hardware Requirements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Processor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Intel Core i3 or above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4 GB minimum (8 GB recommended)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500 MB free disk space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Standard keyboard, mouse, and display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71000" y="1150000"/>
          <a:ext cx="4121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820"/>
                <a:gridCol w="2390180"/>
              </a:tblGrid>
              <a:tr h="600000">
                <a:tc gridSpan="2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Software Requirements</a:t>
                      </a:r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</a:p>
                  </a:txBody>
                  <a:tcPr marL="80000" marR="80000" marT="40000" marB="40000" anchor="ctr">
                    <a:solidFill>
                      <a:srgbClr val="C0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Operating System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Windows 10 / Linux / macOS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Programming Language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Python 3.x (or Java / C++)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IDE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VS Code / PyCharm / Eclipse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Libraries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NumPy (optional, for matrix data handling)</a:t>
                      </a:r>
                    </a:p>
                  </a:txBody>
                  <a:tcPr marL="80000" marR="80000" marT="40000" marB="4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0000" y="1150000"/>
            <a:ext cx="8542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The Matrix Chain Multiplication Optimization Tool successfully computes the optimal parenthesization for a chain of matrices using Dynamic Programming.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It reduces computational cost significantly compared to an arbitrarily chosen or naive multiplication order.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The tool runs in O(n³) time and O(n²) space, a major improvement over the exponential brute-force approach.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The project reinforces core DSA concepts — optimal substructure, overlapping subproblems, and tabulation.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It provides a practical, hands-on demonstration of how algorithmic optimization impacts real computational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0000" y="1150000"/>
            <a:ext cx="8542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Extend the tool for parallel/distributed computation to handle very large matrix chains efficiently.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Integrate with real numerical libraries (e.g., NumPy, BLAS) to perform the actual matrix multiplications, not just cost estimation.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Add a graphical/web interface to visualize the DP cost table and the optimal parenthesization tree interactively.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Explore advanced algorithms such as the Hu-Shing O(n log n) method for further speed-up on very long chains.</a:t>
            </a:r>
          </a:p>
          <a:p>
            <a:pPr marL="457200" indent="-457200" algn="l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Calibri"/>
              </a:rPr>
              <a:t>Apply the optimization to real-world pipelines such as deep learning tensor operations, computer graphics transformations, and scientific simulations.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